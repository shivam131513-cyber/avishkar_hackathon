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Trade Gothic Bold" charset="1" panose="020B0803040303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218997" y="4333875"/>
            <a:ext cx="38500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040F23"/>
                </a:solidFill>
                <a:latin typeface="Arial Bold"/>
                <a:ea typeface="Arial Bold"/>
                <a:cs typeface="Arial Bold"/>
                <a:sym typeface="Arial Bold"/>
              </a:rPr>
              <a:t>Team Name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3400" y="8933419"/>
            <a:ext cx="1517653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40F23"/>
                </a:solidFill>
                <a:latin typeface="Arial Bold"/>
                <a:ea typeface="Arial Bold"/>
                <a:cs typeface="Arial Bold"/>
                <a:sym typeface="Arial Bold"/>
              </a:rPr>
              <a:t>“Do not include any organization or college logos. Only your startup logo or team logo may be added </a:t>
            </a:r>
          </a:p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40F23"/>
                </a:solidFill>
                <a:latin typeface="Arial Bold"/>
                <a:ea typeface="Arial Bold"/>
                <a:cs typeface="Arial Bold"/>
                <a:sym typeface="Arial Bold"/>
              </a:rPr>
              <a:t>— no other logos or symbols are allowed.”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5038" y="3778625"/>
            <a:ext cx="6635579" cy="1513704"/>
            <a:chOff x="0" y="0"/>
            <a:chExt cx="8847438" cy="2018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47438" cy="2018272"/>
            </a:xfrm>
            <a:custGeom>
              <a:avLst/>
              <a:gdLst/>
              <a:ahLst/>
              <a:cxnLst/>
              <a:rect r="r" b="b" t="t" l="l"/>
              <a:pathLst>
                <a:path h="2018272" w="8847438">
                  <a:moveTo>
                    <a:pt x="0" y="0"/>
                  </a:moveTo>
                  <a:lnTo>
                    <a:pt x="8847438" y="0"/>
                  </a:lnTo>
                  <a:lnTo>
                    <a:pt x="8847438" y="2018272"/>
                  </a:lnTo>
                  <a:lnTo>
                    <a:pt x="0" y="2018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847438" cy="2046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635728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994333" cy="190353"/>
              </a:xfrm>
              <a:custGeom>
                <a:avLst/>
                <a:gdLst/>
                <a:ahLst/>
                <a:cxnLst/>
                <a:rect r="r" b="b" t="t" l="l"/>
                <a:pathLst>
                  <a:path h="190353" w="399433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3404781" y="282395"/>
              <a:ext cx="293668" cy="64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b="true" sz="311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9524999"/>
            <a:ext cx="18302286" cy="769145"/>
            <a:chOff x="0" y="0"/>
            <a:chExt cx="24403048" cy="1025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3050" cy="1025525"/>
            </a:xfrm>
            <a:custGeom>
              <a:avLst/>
              <a:gdLst/>
              <a:ahLst/>
              <a:cxnLst/>
              <a:rect r="r" b="b" t="t" l="l"/>
              <a:pathLst>
                <a:path h="1025525" w="24403050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432588" y="4263081"/>
            <a:ext cx="3422823" cy="880419"/>
            <a:chOff x="0" y="0"/>
            <a:chExt cx="4563764" cy="11738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3764" cy="1173892"/>
            </a:xfrm>
            <a:custGeom>
              <a:avLst/>
              <a:gdLst/>
              <a:ahLst/>
              <a:cxnLst/>
              <a:rect r="r" b="b" t="t" l="l"/>
              <a:pathLst>
                <a:path h="1173892" w="4563764">
                  <a:moveTo>
                    <a:pt x="0" y="0"/>
                  </a:moveTo>
                  <a:lnTo>
                    <a:pt x="4563764" y="0"/>
                  </a:lnTo>
                  <a:lnTo>
                    <a:pt x="4563764" y="1173892"/>
                  </a:lnTo>
                  <a:lnTo>
                    <a:pt x="0" y="1173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63764" cy="1202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994333" cy="190353"/>
              </a:xfrm>
              <a:custGeom>
                <a:avLst/>
                <a:gdLst/>
                <a:ahLst/>
                <a:cxnLst/>
                <a:rect r="r" b="b" t="t" l="l"/>
                <a:pathLst>
                  <a:path h="190353" w="399433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3404781" y="282395"/>
              <a:ext cx="293668" cy="64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b="true" sz="311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9524999"/>
            <a:ext cx="18302286" cy="769145"/>
            <a:chOff x="0" y="0"/>
            <a:chExt cx="24403048" cy="1025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3050" cy="1025525"/>
            </a:xfrm>
            <a:custGeom>
              <a:avLst/>
              <a:gdLst/>
              <a:ahLst/>
              <a:cxnLst/>
              <a:rect r="r" b="b" t="t" l="l"/>
              <a:pathLst>
                <a:path h="1025525" w="24403050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14398" y="4108734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&amp; Tech Stack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38336" y="9371410"/>
            <a:ext cx="19412459" cy="925115"/>
            <a:chOff x="0" y="0"/>
            <a:chExt cx="3994333" cy="1903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94333" cy="190353"/>
            </a:xfrm>
            <a:custGeom>
              <a:avLst/>
              <a:gdLst/>
              <a:ahLst/>
              <a:cxnLst/>
              <a:rect r="r" b="b" t="t" l="l"/>
              <a:pathLst>
                <a:path h="190353" w="399433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115249" y="9578443"/>
            <a:ext cx="220251" cy="49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1"/>
              </a:lnSpc>
              <a:spcBef>
                <a:spcPct val="0"/>
              </a:spcBef>
            </a:pPr>
            <a:r>
              <a:rPr lang="en-US" b="true" sz="311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9524999"/>
            <a:ext cx="18302286" cy="769145"/>
            <a:chOff x="0" y="0"/>
            <a:chExt cx="24403048" cy="1025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3050" cy="1025525"/>
            </a:xfrm>
            <a:custGeom>
              <a:avLst/>
              <a:gdLst/>
              <a:ahLst/>
              <a:cxnLst/>
              <a:rect r="r" b="b" t="t" l="l"/>
              <a:pathLst>
                <a:path h="1025525" w="24403050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173744" y="4334853"/>
            <a:ext cx="5940512" cy="1115504"/>
            <a:chOff x="0" y="0"/>
            <a:chExt cx="7920682" cy="14873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20682" cy="1487339"/>
            </a:xfrm>
            <a:custGeom>
              <a:avLst/>
              <a:gdLst/>
              <a:ahLst/>
              <a:cxnLst/>
              <a:rect r="r" b="b" t="t" l="l"/>
              <a:pathLst>
                <a:path h="1487339" w="7920682">
                  <a:moveTo>
                    <a:pt x="0" y="0"/>
                  </a:moveTo>
                  <a:lnTo>
                    <a:pt x="7920682" y="0"/>
                  </a:lnTo>
                  <a:lnTo>
                    <a:pt x="7920682" y="1487339"/>
                  </a:lnTo>
                  <a:lnTo>
                    <a:pt x="0" y="148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920682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Flow Chart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994333" cy="190353"/>
              </a:xfrm>
              <a:custGeom>
                <a:avLst/>
                <a:gdLst/>
                <a:ahLst/>
                <a:cxnLst/>
                <a:rect r="r" b="b" t="t" l="l"/>
                <a:pathLst>
                  <a:path h="190353" w="399433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3404781" y="282395"/>
              <a:ext cx="293668" cy="64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b="true" sz="311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9524999"/>
            <a:ext cx="18302286" cy="769145"/>
            <a:chOff x="0" y="0"/>
            <a:chExt cx="24403048" cy="1025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3050" cy="1025525"/>
            </a:xfrm>
            <a:custGeom>
              <a:avLst/>
              <a:gdLst/>
              <a:ahLst/>
              <a:cxnLst/>
              <a:rect r="r" b="b" t="t" l="l"/>
              <a:pathLst>
                <a:path h="1025525" w="24403050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38764" y="2852381"/>
            <a:ext cx="16459200" cy="4247636"/>
            <a:chOff x="0" y="0"/>
            <a:chExt cx="21945600" cy="5663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663514"/>
            </a:xfrm>
            <a:custGeom>
              <a:avLst/>
              <a:gdLst/>
              <a:ahLst/>
              <a:cxnLst/>
              <a:rect r="r" b="b" t="t" l="l"/>
              <a:pathLst>
                <a:path h="56635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663514"/>
                  </a:lnTo>
                  <a:lnTo>
                    <a:pt x="0" y="5663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5682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and Front-end Screens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</a:t>
              </a:r>
            </a:p>
            <a:p>
              <a:pPr algn="ctr">
                <a:lnSpc>
                  <a:spcPts val="42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3D Modelling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 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Electronic Circuit Diagram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4932" y="8490797"/>
            <a:ext cx="828296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* </a:t>
            </a:r>
            <a:r>
              <a:rPr lang="en-US" sz="2400" b="true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IMAGES ONLY/ github link of code and output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94333" cy="190353"/>
              </a:xfrm>
              <a:custGeom>
                <a:avLst/>
                <a:gdLst/>
                <a:ahLst/>
                <a:cxnLst/>
                <a:rect r="r" b="b" t="t" l="l"/>
                <a:pathLst>
                  <a:path h="190353" w="399433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3404781" y="282395"/>
              <a:ext cx="293668" cy="649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b="true" sz="311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0016" cy="311465"/>
              </a:xfrm>
              <a:custGeom>
                <a:avLst/>
                <a:gdLst/>
                <a:ahLst/>
                <a:cxnLst/>
                <a:rect r="r" b="b" t="t" l="l"/>
                <a:pathLst>
                  <a:path h="311465" w="1700016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94091"/>
              <a:ext cx="7110803" cy="1205874"/>
            </a:xfrm>
            <a:custGeom>
              <a:avLst/>
              <a:gdLst/>
              <a:ahLst/>
              <a:cxnLst/>
              <a:rect r="r" b="b" t="t" l="l"/>
              <a:pathLst>
                <a:path h="1205874" w="7110803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DAG5mA_WOiM</dc:identifier>
  <dcterms:modified xsi:type="dcterms:W3CDTF">2011-08-01T06:04:30Z</dcterms:modified>
  <cp:revision>1</cp:revision>
  <dc:title>Avishkaar-Presentation-Format.pptx</dc:title>
</cp:coreProperties>
</file>